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3"/>
    <p:sldId id="257" r:id="rId4"/>
    <p:sldId id="258" r:id="rId5"/>
    <p:sldId id="259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Build and Deveploping a Sudoku Game in C</a:t>
            </a:r>
            <a:endParaRPr lang="en-US" altLang="zh-CN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Project Overview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Goal: A C Program that can solve any valid Soduku puzzle and generate new random puzzles.</a:t>
            </a:r>
            <a:endParaRPr lang="en-US"/>
          </a:p>
          <a:p>
            <a:r>
              <a:rPr lang="en-US"/>
              <a:t>Key Concepts</a:t>
            </a:r>
            <a:endParaRPr lang="en-US"/>
          </a:p>
          <a:p>
            <a:pPr lvl="1"/>
            <a:r>
              <a:rPr lang="en-US"/>
              <a:t>9x9 Array Manipulation</a:t>
            </a:r>
            <a:endParaRPr lang="en-US"/>
          </a:p>
          <a:p>
            <a:pPr lvl="1"/>
            <a:r>
              <a:rPr lang="en-US"/>
              <a:t>Backtracking Algorithm</a:t>
            </a:r>
            <a:endParaRPr lang="en-US"/>
          </a:p>
          <a:p>
            <a:pPr marL="457200" lvl="1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Rules of Sudoku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Grid: a 9x9 matrix deivded into nine “3x3” sub-grids.</a:t>
            </a:r>
            <a:endParaRPr lang="en-US"/>
          </a:p>
          <a:p>
            <a:r>
              <a:rPr lang="en-US"/>
              <a:t>Constraints: Each number (1-9) must appear exactly once in:</a:t>
            </a:r>
            <a:endParaRPr lang="en-US"/>
          </a:p>
          <a:p>
            <a:pPr marL="457200" lvl="1" indent="0">
              <a:buNone/>
            </a:pPr>
            <a:r>
              <a:rPr lang="en-US"/>
              <a:t>1. Every Row.</a:t>
            </a:r>
            <a:endParaRPr lang="en-US"/>
          </a:p>
          <a:p>
            <a:pPr marL="457200" lvl="1" indent="0">
              <a:buNone/>
            </a:pPr>
            <a:r>
              <a:rPr lang="en-US"/>
              <a:t>2. Every Column.</a:t>
            </a:r>
            <a:endParaRPr lang="en-US"/>
          </a:p>
          <a:p>
            <a:pPr marL="457200" lvl="1" indent="0">
              <a:buNone/>
            </a:pPr>
            <a:r>
              <a:rPr lang="en-US"/>
              <a:t>3. Every 3x3 Box</a:t>
            </a:r>
            <a:endParaRPr lang="en-US"/>
          </a:p>
          <a:p>
            <a:pPr marL="457200" lvl="1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The Backtracking Logic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Concept: “Try, Fail, and Retrace.”</a:t>
            </a:r>
            <a:endParaRPr lang="en-US"/>
          </a:p>
          <a:p>
            <a:r>
              <a:rPr lang="en-US"/>
              <a:t>Step-by-step:</a:t>
            </a:r>
            <a:endParaRPr lang="en-US"/>
          </a:p>
          <a:p>
            <a:pPr lvl="1"/>
            <a:r>
              <a:rPr lang="en-US" b="1"/>
              <a:t>Find </a:t>
            </a:r>
            <a:r>
              <a:rPr lang="en-US"/>
              <a:t>the first empty cell (value = 0).</a:t>
            </a:r>
            <a:endParaRPr lang="en-US"/>
          </a:p>
          <a:p>
            <a:pPr lvl="1"/>
            <a:r>
              <a:rPr lang="en-US" b="1"/>
              <a:t>Iterate </a:t>
            </a:r>
            <a:r>
              <a:rPr lang="en-US"/>
              <a:t>through 1-9</a:t>
            </a:r>
            <a:endParaRPr lang="en-US"/>
          </a:p>
          <a:p>
            <a:pPr lvl="1"/>
            <a:r>
              <a:rPr lang="en-US" b="1"/>
              <a:t>Check </a:t>
            </a:r>
            <a:r>
              <a:rPr lang="en-US"/>
              <a:t>if the number is valid.</a:t>
            </a:r>
            <a:endParaRPr lang="en-US"/>
          </a:p>
          <a:p>
            <a:pPr lvl="1"/>
            <a:r>
              <a:rPr lang="en-US" b="1"/>
              <a:t>Recurse</a:t>
            </a:r>
            <a:r>
              <a:rPr lang="en-US"/>
              <a:t>: Move to the next cell.</a:t>
            </a:r>
            <a:endParaRPr lang="en-US"/>
          </a:p>
          <a:p>
            <a:pPr lvl="1"/>
            <a:r>
              <a:rPr lang="en-US" b="1"/>
              <a:t>Backtrack</a:t>
            </a:r>
            <a:r>
              <a:rPr lang="en-US"/>
              <a:t>: if no number works, reset the current cell to 0 and go back to the previos step.</a:t>
            </a:r>
            <a:endParaRPr lang="en-US"/>
          </a:p>
        </p:txBody>
      </p:sp>
      <p:pic>
        <p:nvPicPr>
          <p:cNvPr id="4" name="Picture 3" descr="sudoku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5295" y="146685"/>
            <a:ext cx="3467100" cy="3467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</Words>
  <Application>WPS Presentation</Application>
  <PresentationFormat>宽屏</PresentationFormat>
  <Paragraphs>29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SimSun</vt:lpstr>
      <vt:lpstr>Wingdings</vt:lpstr>
      <vt:lpstr>DejaVu Sans</vt:lpstr>
      <vt:lpstr>Arial Black</vt:lpstr>
      <vt:lpstr>Microsoft YaHei</vt:lpstr>
      <vt:lpstr>Droid Sans Fallback</vt:lpstr>
      <vt:lpstr>Arial Unicode MS</vt:lpstr>
      <vt:lpstr>SimSun</vt:lpstr>
      <vt:lpstr>Office Theme</vt:lpstr>
      <vt:lpstr>Build and Deveploping a Sudoku Game in C</vt:lpstr>
      <vt:lpstr>Project Overview</vt:lpstr>
      <vt:lpstr>Rules of Sudoku</vt:lpstr>
      <vt:lpstr>The Backtracking Logic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rua</cp:lastModifiedBy>
  <cp:revision>10</cp:revision>
  <dcterms:created xsi:type="dcterms:W3CDTF">2026-03-31T02:51:19Z</dcterms:created>
  <dcterms:modified xsi:type="dcterms:W3CDTF">2026-03-31T02:51:19Z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